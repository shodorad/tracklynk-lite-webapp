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61520" cy="64008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2560320"/>
          </a:xfrm>
          <a:prstGeom prst="rect">
            <a:avLst/>
          </a:prstGeom>
          <a:solidFill>
            <a:srgbClr val="0C0F1A"/>
          </a:solidFill>
          <a:ln w="12700">
            <a:solidFill>
              <a:srgbClr val="0C0F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TRACKLYNK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Gantt Chart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60320" cy="1645920"/>
          </a:xfrm>
          <a:prstGeom prst="rect">
            <a:avLst/>
          </a:prstGeom>
          <a:solidFill>
            <a:srgbClr val="0C0F1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2560320" cy="7315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906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2926080"/>
            <a:ext cx="2560320" cy="1645920"/>
          </a:xfrm>
          <a:prstGeom prst="rect">
            <a:avLst/>
          </a:prstGeom>
          <a:solidFill>
            <a:srgbClr val="0C0F1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2926080"/>
            <a:ext cx="2560320" cy="7315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30906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~11w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47472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2926080"/>
            <a:ext cx="2560320" cy="1645920"/>
          </a:xfrm>
          <a:prstGeom prst="rect">
            <a:avLst/>
          </a:prstGeom>
          <a:solidFill>
            <a:srgbClr val="0C0F1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926080"/>
            <a:ext cx="2560320" cy="7315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0906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~26w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0080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937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delivered in parallel within each phase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A0D1A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349240"/>
            <a:ext cx="54864" cy="123444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5394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Base App + Tracking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6656" y="5715000"/>
            <a:ext cx="45720" cy="45720"/>
          </a:xfrm>
          <a:prstGeom prst="ellipse">
            <a:avLst/>
          </a:prstGeom>
          <a:solidFill>
            <a:srgbClr val="C8FF00">
              <a:alpha val="60000"/>
            </a:srgbClr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6601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(OAuth, email, Face ID)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76656" y="5934456"/>
            <a:ext cx="45720" cy="45720"/>
          </a:xfrm>
          <a:prstGeom prst="ellipse">
            <a:avLst/>
          </a:prstGeom>
          <a:solidFill>
            <a:srgbClr val="C8FF00">
              <a:alpha val="60000"/>
            </a:srgbClr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879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+ OBD device pairing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76656" y="6153912"/>
            <a:ext cx="45720" cy="45720"/>
          </a:xfrm>
          <a:prstGeom prst="ellipse">
            <a:avLst/>
          </a:prstGeom>
          <a:solidFill>
            <a:srgbClr val="C8FF00">
              <a:alpha val="60000"/>
            </a:srgbClr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6099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map (15s polling)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76656" y="6373368"/>
            <a:ext cx="45720" cy="45720"/>
          </a:xfrm>
          <a:prstGeom prst="ellipse">
            <a:avLst/>
          </a:prstGeom>
          <a:solidFill>
            <a:srgbClr val="C8FF00">
              <a:alpha val="60000"/>
            </a:srgbClr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63185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recording &amp; history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474720" y="53492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A0D1A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5349240"/>
            <a:ext cx="54864" cy="1234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5394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Bouncie Feature Parity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02736" y="5715000"/>
            <a:ext cx="45720" cy="45720"/>
          </a:xfrm>
          <a:prstGeom prst="ellipse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75888" y="56601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speed bands on routes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602736" y="5934456"/>
            <a:ext cx="45720" cy="45720"/>
          </a:xfrm>
          <a:prstGeom prst="ellipse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75888" y="5879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 health drill-down screens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02736" y="6153912"/>
            <a:ext cx="45720" cy="45720"/>
          </a:xfrm>
          <a:prstGeom prst="ellipse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75888" y="6099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(FCM + APNs)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602736" y="6373368"/>
            <a:ext cx="45720" cy="45720"/>
          </a:xfrm>
          <a:prstGeom prst="ellipse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75888" y="63185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 engine (14 alert types)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400800" y="53492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A0D1A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5349240"/>
            <a:ext cx="54864" cy="12344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28816" y="5394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Differentiators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28816" y="5715000"/>
            <a:ext cx="45720" cy="45720"/>
          </a:xfrm>
          <a:prstGeom prst="ellipse">
            <a:avLst/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01968" y="56601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with real LLM backend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528816" y="5934456"/>
            <a:ext cx="45720" cy="45720"/>
          </a:xfrm>
          <a:prstGeom prst="ellipse">
            <a:avLst/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01968" y="5879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care plan + reminders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528816" y="6153912"/>
            <a:ext cx="45720" cy="45720"/>
          </a:xfrm>
          <a:prstGeom prst="ellipse">
            <a:avLst/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01968" y="6099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detection + auto-SMS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528816" y="6373368"/>
            <a:ext cx="45720" cy="45720"/>
          </a:xfrm>
          <a:prstGeom prst="ellipse">
            <a:avLst/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01968" y="63185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geofencing + dark mode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9326880" y="53492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A0D1A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326880" y="5349240"/>
            <a:ext cx="54864" cy="1234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54896" y="5394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Optimization &amp; Rollout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454896" y="5715000"/>
            <a:ext cx="45720" cy="45720"/>
          </a:xfrm>
          <a:prstGeom prst="ellipse">
            <a:avLst/>
          </a:prstGeom>
          <a:solidFill>
            <a:srgbClr val="FB923C">
              <a:alpha val="6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528048" y="56601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 app store launch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9454896" y="5934456"/>
            <a:ext cx="45720" cy="45720"/>
          </a:xfrm>
          <a:prstGeom prst="ellipse">
            <a:avLst/>
          </a:prstGeom>
          <a:solidFill>
            <a:srgbClr val="FB923C">
              <a:alpha val="6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28048" y="5879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REST API + OAuth 2.0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9454896" y="6153912"/>
            <a:ext cx="45720" cy="45720"/>
          </a:xfrm>
          <a:prstGeom prst="ellipse">
            <a:avLst/>
          </a:prstGeom>
          <a:solidFill>
            <a:srgbClr val="FB923C">
              <a:alpha val="6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528048" y="6099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portal + webhooks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9454896" y="6373368"/>
            <a:ext cx="45720" cy="45720"/>
          </a:xfrm>
          <a:prstGeom prst="ellipse">
            <a:avLst/>
          </a:prstGeom>
          <a:solidFill>
            <a:srgbClr val="FB923C">
              <a:alpha val="6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528048" y="63185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CI/CD + monitoring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C0F1A"/>
          </a:solidFill>
          <a:ln w="12700">
            <a:solidFill>
              <a:srgbClr val="0C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123444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Timeline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7315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 weeks total  ·  1 frontend + 1 backend developer  ·  FE and BE run in parallel within each phase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261872"/>
            <a:ext cx="3017520" cy="4764024"/>
          </a:xfrm>
          <a:prstGeom prst="rect">
            <a:avLst/>
          </a:prstGeom>
          <a:solidFill>
            <a:srgbClr val="070A14"/>
          </a:solidFill>
          <a:ln w="12700">
            <a:solidFill>
              <a:srgbClr val="070A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64992" y="1389888"/>
            <a:ext cx="8430768" cy="4654296"/>
          </a:xfrm>
          <a:prstGeom prst="rect">
            <a:avLst/>
          </a:prstGeom>
          <a:solidFill>
            <a:srgbClr val="0C0F1A"/>
          </a:solidFill>
          <a:ln w="12700">
            <a:solidFill>
              <a:srgbClr val="1C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22865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1697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71011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9843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719156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17988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67302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6134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215447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14279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963593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62425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711738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10570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459884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58716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208029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06861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956175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55007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1704320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503152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1783080"/>
            <a:ext cx="12161520" cy="804672"/>
          </a:xfrm>
          <a:prstGeom prst="rect">
            <a:avLst/>
          </a:prstGeom>
          <a:solidFill>
            <a:srgbClr val="05070F"/>
          </a:solidFill>
          <a:ln w="12700">
            <a:solidFill>
              <a:srgbClr val="05070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783080"/>
            <a:ext cx="54864" cy="80467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4592" y="1819656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4592" y="2039112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App + Tracking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64592" y="2295144"/>
            <a:ext cx="50292" cy="50292"/>
          </a:xfrm>
          <a:prstGeom prst="ellipse">
            <a:avLst/>
          </a:prstGeom>
          <a:solidFill>
            <a:srgbClr val="C8FF00">
              <a:alpha val="70000"/>
            </a:srgbClr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" y="2258568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(OAuth, email, Face ID)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64592" y="2409444"/>
            <a:ext cx="50292" cy="50292"/>
          </a:xfrm>
          <a:prstGeom prst="ellipse">
            <a:avLst/>
          </a:prstGeom>
          <a:solidFill>
            <a:srgbClr val="C8FF00">
              <a:alpha val="70000"/>
            </a:srgbClr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372868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+ OBD device pairing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64592" y="2523744"/>
            <a:ext cx="50292" cy="50292"/>
          </a:xfrm>
          <a:prstGeom prst="ellipse">
            <a:avLst/>
          </a:prstGeom>
          <a:solidFill>
            <a:srgbClr val="C8FF00">
              <a:alpha val="70000"/>
            </a:srgbClr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7744" y="2487168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map (15s polling)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64592" y="2638044"/>
            <a:ext cx="50292" cy="50292"/>
          </a:xfrm>
          <a:prstGeom prst="ellipse">
            <a:avLst/>
          </a:prstGeom>
          <a:solidFill>
            <a:srgbClr val="C8FF00">
              <a:alpha val="70000"/>
            </a:srgbClr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7744" y="2601468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recording &amp; history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64592" y="2752344"/>
            <a:ext cx="50292" cy="50292"/>
          </a:xfrm>
          <a:prstGeom prst="ellipse">
            <a:avLst/>
          </a:prstGeom>
          <a:solidFill>
            <a:srgbClr val="C8FF00">
              <a:alpha val="70000"/>
            </a:srgbClr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7744" y="2715768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/ RevenueCat payments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054096" y="1856232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C8FF00">
              <a:alpha val="22000"/>
            </a:srgbClr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54096" y="18562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054096" y="2258568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8FB800">
              <a:alpha val="22000"/>
            </a:srgbClr>
          </a:solidFill>
          <a:ln w="12700">
            <a:solidFill>
              <a:srgbClr val="8FB8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54096" y="22585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2715768"/>
            <a:ext cx="12161520" cy="0"/>
          </a:xfrm>
          <a:prstGeom prst="line">
            <a:avLst/>
          </a:prstGeom>
          <a:noFill/>
          <a:ln w="12700">
            <a:solidFill>
              <a:srgbClr val="151C2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2843784"/>
            <a:ext cx="12161520" cy="804672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2843784"/>
            <a:ext cx="54864" cy="8046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4592" y="2880360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64592" y="3099816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Feature Parity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64592" y="3355848"/>
            <a:ext cx="50292" cy="50292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7744" y="3319272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speed bands on routes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64592" y="3470148"/>
            <a:ext cx="50292" cy="50292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7744" y="3433572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 health drill-down screens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64592" y="3584448"/>
            <a:ext cx="50292" cy="50292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7744" y="3547872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(FCM + APNs)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64592" y="3698748"/>
            <a:ext cx="50292" cy="50292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37744" y="3662172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 engine (14 alert types)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64592" y="3813048"/>
            <a:ext cx="50292" cy="50292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37744" y="3776472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 + notification center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054096" y="2916936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54096" y="29169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054096" y="3319272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0284C7">
              <a:alpha val="22000"/>
            </a:srgbClr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54096" y="33192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0" y="3776472"/>
            <a:ext cx="12161520" cy="0"/>
          </a:xfrm>
          <a:prstGeom prst="line">
            <a:avLst/>
          </a:prstGeom>
          <a:noFill/>
          <a:ln w="12700">
            <a:solidFill>
              <a:srgbClr val="151C2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0" y="3904488"/>
            <a:ext cx="12161520" cy="804672"/>
          </a:xfrm>
          <a:prstGeom prst="rect">
            <a:avLst/>
          </a:prstGeom>
          <a:solidFill>
            <a:srgbClr val="05070F"/>
          </a:solidFill>
          <a:ln w="12700">
            <a:solidFill>
              <a:srgbClr val="05070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0" y="3904488"/>
            <a:ext cx="54864" cy="80467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64592" y="3941064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64592" y="4160520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164592" y="4416552"/>
            <a:ext cx="50292" cy="50292"/>
          </a:xfrm>
          <a:prstGeom prst="ellipse">
            <a:avLst/>
          </a:prstGeom>
          <a:solidFill>
            <a:srgbClr val="C084FC">
              <a:alpha val="7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37744" y="4379976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with real LLM backend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64592" y="4530852"/>
            <a:ext cx="50292" cy="50292"/>
          </a:xfrm>
          <a:prstGeom prst="ellipse">
            <a:avLst/>
          </a:prstGeom>
          <a:solidFill>
            <a:srgbClr val="C084FC">
              <a:alpha val="7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7744" y="4494276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care plan + reminders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64592" y="4645152"/>
            <a:ext cx="50292" cy="50292"/>
          </a:xfrm>
          <a:prstGeom prst="ellipse">
            <a:avLst/>
          </a:prstGeom>
          <a:solidFill>
            <a:srgbClr val="C084FC">
              <a:alpha val="7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37744" y="4608576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detection + auto-SMS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64592" y="4759452"/>
            <a:ext cx="50292" cy="50292"/>
          </a:xfrm>
          <a:prstGeom prst="ellipse">
            <a:avLst/>
          </a:prstGeom>
          <a:solidFill>
            <a:srgbClr val="C084FC">
              <a:alpha val="7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37744" y="4722876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geofencing + dark mode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64592" y="4873752"/>
            <a:ext cx="50292" cy="50292"/>
          </a:xfrm>
          <a:prstGeom prst="ellipse">
            <a:avLst/>
          </a:prstGeom>
          <a:solidFill>
            <a:srgbClr val="C084FC">
              <a:alpha val="7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37744" y="4837176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voltage trend graphs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3054096" y="3977640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C084FC">
              <a:alpha val="22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054096" y="39776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054096" y="4379976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9333EA">
              <a:alpha val="22000"/>
            </a:srgbClr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054096" y="4379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0" y="4837176"/>
            <a:ext cx="12161520" cy="0"/>
          </a:xfrm>
          <a:prstGeom prst="line">
            <a:avLst/>
          </a:prstGeom>
          <a:noFill/>
          <a:ln w="12700">
            <a:solidFill>
              <a:srgbClr val="151C2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0" y="4965192"/>
            <a:ext cx="12161520" cy="804672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0" y="4965192"/>
            <a:ext cx="54864" cy="8046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64592" y="500176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164592" y="5221224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&amp; Rollout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164592" y="5477256"/>
            <a:ext cx="50292" cy="50292"/>
          </a:xfrm>
          <a:prstGeom prst="ellipse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37744" y="5440680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 app store launch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164592" y="5591556"/>
            <a:ext cx="50292" cy="50292"/>
          </a:xfrm>
          <a:prstGeom prst="ellipse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37744" y="5554980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REST API + OAuth 2.0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164592" y="5705856"/>
            <a:ext cx="50292" cy="50292"/>
          </a:xfrm>
          <a:prstGeom prst="ellipse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37744" y="5669280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portal + webhooks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164592" y="5820156"/>
            <a:ext cx="50292" cy="50292"/>
          </a:xfrm>
          <a:prstGeom prst="ellipse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37744" y="5783580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CI/CD + monitoring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164592" y="5934456"/>
            <a:ext cx="50292" cy="50292"/>
          </a:xfrm>
          <a:prstGeom prst="ellipse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37744" y="5897880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tracking + analytics pipeline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3054096" y="5038344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FB923C">
              <a:alpha val="22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054096" y="50383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3054096" y="5440680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C2410C">
              <a:alpha val="22000"/>
            </a:srgbClr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054096" y="54406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502152" y="1847088"/>
            <a:ext cx="1441427" cy="274320"/>
          </a:xfrm>
          <a:prstGeom prst="roundRect">
            <a:avLst>
              <a:gd name="adj" fmla="val 20000"/>
            </a:avLst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502152" y="1847088"/>
            <a:ext cx="1441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2w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3502152" y="2249424"/>
            <a:ext cx="1815500" cy="274320"/>
          </a:xfrm>
          <a:prstGeom prst="roundRect">
            <a:avLst>
              <a:gd name="adj" fmla="val 20000"/>
            </a:avLst>
          </a:prstGeom>
          <a:solidFill>
            <a:srgbClr val="8FB800"/>
          </a:solidFill>
          <a:ln w="12700">
            <a:solidFill>
              <a:srgbClr val="8FB80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502152" y="2249424"/>
            <a:ext cx="1815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2.5w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5372516" y="2907792"/>
            <a:ext cx="1815500" cy="27432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372516" y="2907792"/>
            <a:ext cx="1815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2.5w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5372516" y="3310128"/>
            <a:ext cx="2563645" cy="27432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372516" y="3310128"/>
            <a:ext cx="2563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3.5w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7991025" y="3968496"/>
            <a:ext cx="1441427" cy="274320"/>
          </a:xfrm>
          <a:prstGeom prst="roundRect">
            <a:avLst>
              <a:gd name="adj" fmla="val 20000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991025" y="3968496"/>
            <a:ext cx="1441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2w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7991025" y="4370832"/>
            <a:ext cx="1815500" cy="274320"/>
          </a:xfrm>
          <a:prstGeom prst="roundRect">
            <a:avLst>
              <a:gd name="adj" fmla="val 20000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991025" y="4370832"/>
            <a:ext cx="1815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2.5w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9861388" y="5029200"/>
            <a:ext cx="1067354" cy="274320"/>
          </a:xfrm>
          <a:prstGeom prst="roundRect">
            <a:avLst>
              <a:gd name="adj" fmla="val 2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861388" y="5029200"/>
            <a:ext cx="10673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1.5w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9861388" y="5431536"/>
            <a:ext cx="1441427" cy="274320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861388" y="5431536"/>
            <a:ext cx="1441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2w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5345084" y="1664208"/>
            <a:ext cx="0" cy="4270248"/>
          </a:xfrm>
          <a:prstGeom prst="line">
            <a:avLst/>
          </a:prstGeom>
          <a:noFill/>
          <a:ln w="19050">
            <a:solidFill>
              <a:srgbClr val="C8FF00"/>
            </a:solidFill>
            <a:prstDash val="sysDash"/>
          </a:ln>
        </p:spPr>
      </p:sp>
      <p:sp>
        <p:nvSpPr>
          <p:cNvPr id="124" name="Shape 122"/>
          <p:cNvSpPr/>
          <p:nvPr/>
        </p:nvSpPr>
        <p:spPr>
          <a:xfrm>
            <a:off x="5294792" y="1627632"/>
            <a:ext cx="100584" cy="100584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963593" y="1664208"/>
            <a:ext cx="0" cy="4270248"/>
          </a:xfrm>
          <a:prstGeom prst="line">
            <a:avLst/>
          </a:prstGeom>
          <a:noFill/>
          <a:ln w="19050">
            <a:solidFill>
              <a:srgbClr val="C8FF00"/>
            </a:solidFill>
            <a:prstDash val="sysDash"/>
          </a:ln>
        </p:spPr>
      </p:sp>
      <p:sp>
        <p:nvSpPr>
          <p:cNvPr id="126" name="Shape 124"/>
          <p:cNvSpPr/>
          <p:nvPr/>
        </p:nvSpPr>
        <p:spPr>
          <a:xfrm>
            <a:off x="7913301" y="1627632"/>
            <a:ext cx="100584" cy="100584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833956" y="1664208"/>
            <a:ext cx="0" cy="4270248"/>
          </a:xfrm>
          <a:prstGeom prst="line">
            <a:avLst/>
          </a:prstGeom>
          <a:noFill/>
          <a:ln w="19050">
            <a:solidFill>
              <a:srgbClr val="C8FF00"/>
            </a:solidFill>
            <a:prstDash val="sysDash"/>
          </a:ln>
        </p:spPr>
      </p:sp>
      <p:sp>
        <p:nvSpPr>
          <p:cNvPr id="128" name="Shape 126"/>
          <p:cNvSpPr/>
          <p:nvPr/>
        </p:nvSpPr>
        <p:spPr>
          <a:xfrm>
            <a:off x="9783664" y="1627632"/>
            <a:ext cx="100584" cy="100584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474720" y="65836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4251960" y="6647688"/>
            <a:ext cx="182880" cy="109728"/>
          </a:xfrm>
          <a:prstGeom prst="roundRect">
            <a:avLst>
              <a:gd name="adj" fmla="val 25000"/>
            </a:avLst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480560" y="6601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— lighter shade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6309360" y="6647688"/>
            <a:ext cx="182880" cy="109728"/>
          </a:xfrm>
          <a:prstGeom prst="roundRect">
            <a:avLst>
              <a:gd name="adj" fmla="val 25000"/>
            </a:avLst>
          </a:prstGeom>
          <a:solidFill>
            <a:srgbClr val="8FB800"/>
          </a:solidFill>
          <a:ln w="12700">
            <a:solidFill>
              <a:srgbClr val="8FB80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537960" y="6601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— deeper shade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8321040" y="6702552"/>
            <a:ext cx="182880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ysDash"/>
          </a:ln>
        </p:spPr>
      </p:sp>
      <p:sp>
        <p:nvSpPr>
          <p:cNvPr id="135" name="Shape 133"/>
          <p:cNvSpPr/>
          <p:nvPr/>
        </p:nvSpPr>
        <p:spPr>
          <a:xfrm>
            <a:off x="8421624" y="6652260"/>
            <a:ext cx="82296" cy="8229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549640" y="6601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Transition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C0F1A"/>
          </a:solidFill>
          <a:ln w="12700">
            <a:solidFill>
              <a:srgbClr val="0C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123444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Timeline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7315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 weeks (~6.5 months) total  ·  1 frontend + 1 backend developer  ·  FE and BE run in parallel within each phase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261872"/>
            <a:ext cx="3017520" cy="4764024"/>
          </a:xfrm>
          <a:prstGeom prst="rect">
            <a:avLst/>
          </a:prstGeom>
          <a:solidFill>
            <a:srgbClr val="070A14"/>
          </a:solidFill>
          <a:ln w="12700">
            <a:solidFill>
              <a:srgbClr val="070A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64992" y="1389888"/>
            <a:ext cx="8430768" cy="4654296"/>
          </a:xfrm>
          <a:prstGeom prst="rect">
            <a:avLst/>
          </a:prstGeom>
          <a:solidFill>
            <a:srgbClr val="0C0F1A"/>
          </a:solidFill>
          <a:ln w="12700">
            <a:solidFill>
              <a:srgbClr val="1C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07766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6598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40812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9644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73858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2690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06905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5737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639951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8783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272997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71829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906043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04875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539089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7921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172135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70967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W18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805182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4014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438228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37060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W22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071274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70106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1704320" y="1664208"/>
            <a:ext cx="0" cy="4270248"/>
          </a:xfrm>
          <a:prstGeom prst="line">
            <a:avLst/>
          </a:prstGeom>
          <a:noFill/>
          <a:ln w="12700">
            <a:solidFill>
              <a:srgbClr val="1C2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503152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W26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0" y="1783080"/>
            <a:ext cx="12161520" cy="804672"/>
          </a:xfrm>
          <a:prstGeom prst="rect">
            <a:avLst/>
          </a:prstGeom>
          <a:solidFill>
            <a:srgbClr val="05070F"/>
          </a:solidFill>
          <a:ln w="12700">
            <a:solidFill>
              <a:srgbClr val="05070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783080"/>
            <a:ext cx="54864" cy="80467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" y="1819656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64592" y="2039112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App + Tracking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64592" y="2295144"/>
            <a:ext cx="50292" cy="50292"/>
          </a:xfrm>
          <a:prstGeom prst="ellipse">
            <a:avLst/>
          </a:prstGeom>
          <a:solidFill>
            <a:srgbClr val="C8FF00">
              <a:alpha val="70000"/>
            </a:srgbClr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7744" y="2258568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(OAuth, email, Face ID)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64592" y="2409444"/>
            <a:ext cx="50292" cy="50292"/>
          </a:xfrm>
          <a:prstGeom prst="ellipse">
            <a:avLst/>
          </a:prstGeom>
          <a:solidFill>
            <a:srgbClr val="C8FF00">
              <a:alpha val="70000"/>
            </a:srgbClr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7744" y="2372868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+ OBD device pairing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64592" y="2523744"/>
            <a:ext cx="50292" cy="50292"/>
          </a:xfrm>
          <a:prstGeom prst="ellipse">
            <a:avLst/>
          </a:prstGeom>
          <a:solidFill>
            <a:srgbClr val="C8FF00">
              <a:alpha val="70000"/>
            </a:srgbClr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7744" y="2487168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map (15s polling)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64592" y="2638044"/>
            <a:ext cx="50292" cy="50292"/>
          </a:xfrm>
          <a:prstGeom prst="ellipse">
            <a:avLst/>
          </a:prstGeom>
          <a:solidFill>
            <a:srgbClr val="C8FF00">
              <a:alpha val="70000"/>
            </a:srgbClr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7744" y="2601468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recording &amp; history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64592" y="2752344"/>
            <a:ext cx="50292" cy="50292"/>
          </a:xfrm>
          <a:prstGeom prst="ellipse">
            <a:avLst/>
          </a:prstGeom>
          <a:solidFill>
            <a:srgbClr val="C8FF00">
              <a:alpha val="70000"/>
            </a:srgbClr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7744" y="2715768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/ RevenueCat payments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054096" y="1856232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C8FF00">
              <a:alpha val="22000"/>
            </a:srgbClr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54096" y="18562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054096" y="2258568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8FB800">
              <a:alpha val="22000"/>
            </a:srgbClr>
          </a:solidFill>
          <a:ln w="12700">
            <a:solidFill>
              <a:srgbClr val="8FB8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54096" y="22585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2715768"/>
            <a:ext cx="12161520" cy="0"/>
          </a:xfrm>
          <a:prstGeom prst="line">
            <a:avLst/>
          </a:prstGeom>
          <a:noFill/>
          <a:ln w="12700">
            <a:solidFill>
              <a:srgbClr val="151C2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2843784"/>
            <a:ext cx="12161520" cy="804672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2843784"/>
            <a:ext cx="54864" cy="8046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4592" y="2880360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64592" y="3099816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Feature Parity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64592" y="3355848"/>
            <a:ext cx="50292" cy="50292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7744" y="3319272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speed bands on routes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64592" y="3470148"/>
            <a:ext cx="50292" cy="50292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37744" y="3433572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 health drill-down screens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64592" y="3584448"/>
            <a:ext cx="50292" cy="50292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37744" y="3547872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(FCM + APNs)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64592" y="3698748"/>
            <a:ext cx="50292" cy="50292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37744" y="3662172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 engine (14 alert types)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64592" y="3813048"/>
            <a:ext cx="50292" cy="50292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7744" y="3776472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 + notification center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3054096" y="2916936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054096" y="29169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054096" y="3319272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0284C7">
              <a:alpha val="22000"/>
            </a:srgbClr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54096" y="33192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0" y="3776472"/>
            <a:ext cx="12161520" cy="0"/>
          </a:xfrm>
          <a:prstGeom prst="line">
            <a:avLst/>
          </a:prstGeom>
          <a:noFill/>
          <a:ln w="12700">
            <a:solidFill>
              <a:srgbClr val="151C2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0" y="3904488"/>
            <a:ext cx="12161520" cy="804672"/>
          </a:xfrm>
          <a:prstGeom prst="rect">
            <a:avLst/>
          </a:prstGeom>
          <a:solidFill>
            <a:srgbClr val="05070F"/>
          </a:solidFill>
          <a:ln w="12700">
            <a:solidFill>
              <a:srgbClr val="05070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0" y="3904488"/>
            <a:ext cx="54864" cy="80467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64592" y="3941064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64592" y="4160520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164592" y="4416552"/>
            <a:ext cx="50292" cy="50292"/>
          </a:xfrm>
          <a:prstGeom prst="ellipse">
            <a:avLst/>
          </a:prstGeom>
          <a:solidFill>
            <a:srgbClr val="C084FC">
              <a:alpha val="7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37744" y="4379976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with real LLM backend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64592" y="4530852"/>
            <a:ext cx="50292" cy="50292"/>
          </a:xfrm>
          <a:prstGeom prst="ellipse">
            <a:avLst/>
          </a:prstGeom>
          <a:solidFill>
            <a:srgbClr val="C084FC">
              <a:alpha val="7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37744" y="4494276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care plan + reminders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64592" y="4645152"/>
            <a:ext cx="50292" cy="50292"/>
          </a:xfrm>
          <a:prstGeom prst="ellipse">
            <a:avLst/>
          </a:prstGeom>
          <a:solidFill>
            <a:srgbClr val="C084FC">
              <a:alpha val="7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37744" y="4608576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detection + auto-SMS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164592" y="4759452"/>
            <a:ext cx="50292" cy="50292"/>
          </a:xfrm>
          <a:prstGeom prst="ellipse">
            <a:avLst/>
          </a:prstGeom>
          <a:solidFill>
            <a:srgbClr val="C084FC">
              <a:alpha val="7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37744" y="4722876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geofencing + dark mode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164592" y="4873752"/>
            <a:ext cx="50292" cy="50292"/>
          </a:xfrm>
          <a:prstGeom prst="ellipse">
            <a:avLst/>
          </a:prstGeom>
          <a:solidFill>
            <a:srgbClr val="C084FC">
              <a:alpha val="7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37744" y="4837176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voltage trend graphs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3054096" y="3977640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C084FC">
              <a:alpha val="22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054096" y="39776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054096" y="4379976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9333EA">
              <a:alpha val="22000"/>
            </a:srgbClr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054096" y="4379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0" y="4837176"/>
            <a:ext cx="12161520" cy="0"/>
          </a:xfrm>
          <a:prstGeom prst="line">
            <a:avLst/>
          </a:prstGeom>
          <a:noFill/>
          <a:ln w="12700">
            <a:solidFill>
              <a:srgbClr val="151C2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0" y="4965192"/>
            <a:ext cx="12161520" cy="804672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0" y="4965192"/>
            <a:ext cx="54864" cy="8046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64592" y="500176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164592" y="5221224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&amp; Rollout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164592" y="5477256"/>
            <a:ext cx="50292" cy="50292"/>
          </a:xfrm>
          <a:prstGeom prst="ellipse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37744" y="5440680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 app store launch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164592" y="5591556"/>
            <a:ext cx="50292" cy="50292"/>
          </a:xfrm>
          <a:prstGeom prst="ellipse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37744" y="5554980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REST API + OAuth 2.0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164592" y="5705856"/>
            <a:ext cx="50292" cy="50292"/>
          </a:xfrm>
          <a:prstGeom prst="ellipse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37744" y="5669280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portal + webhooks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164592" y="5820156"/>
            <a:ext cx="50292" cy="50292"/>
          </a:xfrm>
          <a:prstGeom prst="ellipse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37744" y="5783580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CI/CD + monitoring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164592" y="5934456"/>
            <a:ext cx="50292" cy="50292"/>
          </a:xfrm>
          <a:prstGeom prst="ellipse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37744" y="5897880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tracking + analytics pipeline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3054096" y="5038344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FB923C">
              <a:alpha val="22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054096" y="50383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3054096" y="5440680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C2410C">
              <a:alpha val="22000"/>
            </a:srgbClr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054096" y="54406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3502152" y="1847088"/>
            <a:ext cx="1527751" cy="274320"/>
          </a:xfrm>
          <a:prstGeom prst="roundRect">
            <a:avLst>
              <a:gd name="adj" fmla="val 20000"/>
            </a:avLst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502152" y="1847088"/>
            <a:ext cx="1527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5w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3502152" y="2249424"/>
            <a:ext cx="1844274" cy="274320"/>
          </a:xfrm>
          <a:prstGeom prst="roundRect">
            <a:avLst>
              <a:gd name="adj" fmla="val 20000"/>
            </a:avLst>
          </a:prstGeom>
          <a:solidFill>
            <a:srgbClr val="8FB800"/>
          </a:solidFill>
          <a:ln w="12700">
            <a:solidFill>
              <a:srgbClr val="8FB8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502152" y="2249424"/>
            <a:ext cx="1844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6w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5401290" y="2907792"/>
            <a:ext cx="2160798" cy="27432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401290" y="2907792"/>
            <a:ext cx="21607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7w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5401290" y="3310128"/>
            <a:ext cx="2793844" cy="27432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401290" y="3310128"/>
            <a:ext cx="2793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9w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8249998" y="3968496"/>
            <a:ext cx="1527751" cy="274320"/>
          </a:xfrm>
          <a:prstGeom prst="roundRect">
            <a:avLst>
              <a:gd name="adj" fmla="val 20000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249998" y="3968496"/>
            <a:ext cx="1527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5w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8249998" y="4370832"/>
            <a:ext cx="1844274" cy="274320"/>
          </a:xfrm>
          <a:prstGeom prst="roundRect">
            <a:avLst>
              <a:gd name="adj" fmla="val 20000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249998" y="4370832"/>
            <a:ext cx="1844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6w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10149137" y="5029200"/>
            <a:ext cx="1211228" cy="274320"/>
          </a:xfrm>
          <a:prstGeom prst="roundRect">
            <a:avLst>
              <a:gd name="adj" fmla="val 2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0149137" y="5029200"/>
            <a:ext cx="121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4w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10149137" y="5431536"/>
            <a:ext cx="1527751" cy="274320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149137" y="5431536"/>
            <a:ext cx="1527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5w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5373858" y="1664208"/>
            <a:ext cx="0" cy="4270248"/>
          </a:xfrm>
          <a:prstGeom prst="line">
            <a:avLst/>
          </a:prstGeom>
          <a:noFill/>
          <a:ln w="19050">
            <a:solidFill>
              <a:srgbClr val="C8FF00"/>
            </a:solidFill>
            <a:prstDash val="sysDash"/>
          </a:ln>
        </p:spPr>
      </p:sp>
      <p:sp>
        <p:nvSpPr>
          <p:cNvPr id="128" name="Shape 126"/>
          <p:cNvSpPr/>
          <p:nvPr/>
        </p:nvSpPr>
        <p:spPr>
          <a:xfrm>
            <a:off x="5323566" y="1627632"/>
            <a:ext cx="100584" cy="100584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222566" y="1664208"/>
            <a:ext cx="0" cy="4270248"/>
          </a:xfrm>
          <a:prstGeom prst="line">
            <a:avLst/>
          </a:prstGeom>
          <a:noFill/>
          <a:ln w="19050">
            <a:solidFill>
              <a:srgbClr val="C8FF00"/>
            </a:solidFill>
            <a:prstDash val="sysDash"/>
          </a:ln>
        </p:spPr>
      </p:sp>
      <p:sp>
        <p:nvSpPr>
          <p:cNvPr id="130" name="Shape 128"/>
          <p:cNvSpPr/>
          <p:nvPr/>
        </p:nvSpPr>
        <p:spPr>
          <a:xfrm>
            <a:off x="8172274" y="1627632"/>
            <a:ext cx="100584" cy="100584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121705" y="1664208"/>
            <a:ext cx="0" cy="4270248"/>
          </a:xfrm>
          <a:prstGeom prst="line">
            <a:avLst/>
          </a:prstGeom>
          <a:noFill/>
          <a:ln w="19050">
            <a:solidFill>
              <a:srgbClr val="C8FF00"/>
            </a:solidFill>
            <a:prstDash val="sysDash"/>
          </a:ln>
        </p:spPr>
      </p:sp>
      <p:sp>
        <p:nvSpPr>
          <p:cNvPr id="132" name="Shape 130"/>
          <p:cNvSpPr/>
          <p:nvPr/>
        </p:nvSpPr>
        <p:spPr>
          <a:xfrm>
            <a:off x="10071413" y="1627632"/>
            <a:ext cx="100584" cy="100584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474720" y="65836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4251960" y="6647688"/>
            <a:ext cx="182880" cy="109728"/>
          </a:xfrm>
          <a:prstGeom prst="roundRect">
            <a:avLst>
              <a:gd name="adj" fmla="val 25000"/>
            </a:avLst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480560" y="6601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— lighter shade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6309360" y="6647688"/>
            <a:ext cx="182880" cy="109728"/>
          </a:xfrm>
          <a:prstGeom prst="roundRect">
            <a:avLst>
              <a:gd name="adj" fmla="val 25000"/>
            </a:avLst>
          </a:prstGeom>
          <a:solidFill>
            <a:srgbClr val="8FB800"/>
          </a:solidFill>
          <a:ln w="12700">
            <a:solidFill>
              <a:srgbClr val="8FB80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537960" y="6601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— deeper shade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8321040" y="6702552"/>
            <a:ext cx="182880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ysDash"/>
          </a:ln>
        </p:spPr>
      </p:sp>
      <p:sp>
        <p:nvSpPr>
          <p:cNvPr id="139" name="Shape 137"/>
          <p:cNvSpPr/>
          <p:nvPr/>
        </p:nvSpPr>
        <p:spPr>
          <a:xfrm>
            <a:off x="8421624" y="6652260"/>
            <a:ext cx="82296" cy="8229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549640" y="6601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Transition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2026-04-28T13:29:36Z</dcterms:created>
  <dcterms:modified xsi:type="dcterms:W3CDTF">2026-04-28T13:29:36Z</dcterms:modified>
</cp:coreProperties>
</file>